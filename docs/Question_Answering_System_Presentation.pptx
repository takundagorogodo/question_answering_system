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 Answering System using NLP and Generative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RAG + FLAN-T5-base | CPU-only Offline | i7-1355U</a:t>
            </a:r>
          </a:p>
          <a:p>
            <a:r>
              <a:t>Student: Takunda</a:t>
            </a:r>
          </a:p>
          <a:p>
            <a:r>
              <a:t>Measured Results: 0.735 vs 0.108 | Accuracy 1.00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 - Locked &amp; Verified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Target: Intel i7-1355U 10C/12T, 16GB RAM, Iris Xe iGPU</a:t>
            </a:r>
          </a:p>
          <a:p>
            <a:pPr>
              <a:defRPr sz="1800"/>
            </a:pPr>
            <a:r>
              <a:t>Verified: torch.cuda.is_available() = False, torch.xpu.is_available() = False -&gt; CPU-only</a:t>
            </a:r>
          </a:p>
          <a:p>
            <a:pPr>
              <a:defRPr sz="1800"/>
            </a:pPr>
            <a:r>
              <a:t>Runtime: Windows offline, no API key, zero cost</a:t>
            </a:r>
          </a:p>
          <a:p>
            <a:pPr>
              <a:defRPr sz="1800"/>
            </a:pPr>
            <a:r>
              <a:t>Domain: NLP/AI teaching corpus - 9 docs, AI-drafted human-reviewed (SOURCES.md)</a:t>
            </a:r>
          </a:p>
          <a:p>
            <a:pPr>
              <a:defRPr sz="1800"/>
            </a:pPr>
            <a:r>
              <a:t>Why CPU-only is a feature: deployable on student laptops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- Approach C: RAG + Local Generative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ADR-001: 4 approaches evaluated, C accepted</a:t>
            </a:r>
          </a:p>
          <a:p>
            <a:pPr>
              <a:defRPr sz="1800"/>
            </a:pPr>
            <a:r>
              <a:t>Pipeline: Q -&gt; all-MiniLM-L6-v2 (384-dim) -&gt; FAISS IndexFlatIP (65 chunks, exact search) -&gt; top_k=3 -&gt; threshold 0.35 gate -&gt; FLAN-T5-base (250M, 990MB) generates 1-2 sentences</a:t>
            </a:r>
          </a:p>
          <a:p>
            <a:pPr>
              <a:defRPr sz="1800"/>
            </a:pPr>
            <a:r>
              <a:t>Why IndexFlatIP: exact search justified for 65 chunks, no approximation needed</a:t>
            </a:r>
          </a:p>
          <a:p>
            <a:pPr>
              <a:defRPr sz="1800"/>
            </a:pPr>
            <a:r>
              <a:t>Why FLAN-T5-base: encoder-decoder, instruction-tuned, CPU-friendly, explainable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Corpus: data/documents/ 9 txt files, 60 paragraphs -&gt; 65 chunks</a:t>
            </a:r>
          </a:p>
          <a:p>
            <a:pPr>
              <a:defRPr sz="1800"/>
            </a:pPr>
            <a:r>
              <a:t>Chunk stats: min 27, avg 452, max 599 chars, overlap 100 (word-boundary)</a:t>
            </a:r>
          </a:p>
          <a:p>
            <a:pPr>
              <a:defRPr sz="1800"/>
            </a:pPr>
            <a:r>
              <a:t>Example: 'Natural Language Processing' -&gt; 8 chunks, first chunk 27 chars = title</a:t>
            </a:r>
          </a:p>
          <a:p>
            <a:pPr>
              <a:defRPr sz="1800"/>
            </a:pPr>
            <a:r>
              <a:t>Processed: documents.jsonl, chunks.jsonl, FAISS index faiss.index + chunks_meta.pkl</a:t>
            </a:r>
          </a:p>
          <a:p>
            <a:pPr>
              <a:defRPr sz="1800"/>
            </a:pPr>
            <a:r>
              <a:t>Embeddings: 384-dim, paraphrase cosine 0.521 vs unrelated 0.033 (gap proves semantic space)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Design - Stage 10b Probe at 0.803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Q: Explain tokenization in simple words. | Retrieval: 02_tokenization.txt #0 score 0.803 (correct)</a:t>
            </a:r>
          </a:p>
          <a:p>
            <a:pPr>
              <a:defRPr sz="1800"/>
            </a:pPr>
            <a:r>
              <a:t>A_current: 'using only context... answer exactly: insufficient information' -&gt; REFUSED insufficient information</a:t>
            </a:r>
          </a:p>
          <a:p>
            <a:pPr>
              <a:defRPr sz="1800"/>
            </a:pPr>
            <a:r>
              <a:t>B_no_escape: 'Answer in 1-2 sentences using info above' -&gt; CORRECT but verbatim True (copied definition)</a:t>
            </a:r>
          </a:p>
          <a:p>
            <a:pPr>
              <a:defRPr sz="1800"/>
            </a:pPr>
            <a:r>
              <a:t>C_soft_escape: 'If no relevant info reply I don't know' -&gt; REFUSED I don't know</a:t>
            </a:r>
          </a:p>
          <a:p>
            <a:pPr>
              <a:defRPr sz="1800"/>
            </a:pPr>
            <a:r>
              <a:t>D_own_words WINNER: 'Using context above, answer in your own words in 1-2 sentences' -&gt; CORRECT 0.8028</a:t>
            </a:r>
          </a:p>
          <a:p>
            <a:pPr>
              <a:defRPr sz="1800"/>
            </a:pPr>
            <a:r>
              <a:t>Decision: escape hatch moved to threshold gate (Stage 13), not in prompt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Hallucination Control - Threshold 0.35 Measured, Not Guessed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In-domain: 0.779 (NLP), 0.803 (tokenization), 0.678 (RAG), 0.830 (hallucination), 0.737 (embedding), 0.580 (chunking) avg 0.735</a:t>
            </a:r>
          </a:p>
          <a:p>
            <a:pPr>
              <a:defRPr sz="1800"/>
            </a:pPr>
            <a:r>
              <a:t>OOD: 0.157 (chocolate cake), 0.108 (IPL), 0.060 (tap) avg 0.108</a:t>
            </a:r>
          </a:p>
          <a:p>
            <a:pPr>
              <a:defRPr sz="1800"/>
            </a:pPr>
            <a:r>
              <a:t>Gap: 0.40 vs 0.16 -&gt; threshold 0.35 protects paraphrase ~0.45 while blocking OOD</a:t>
            </a:r>
          </a:p>
          <a:p>
            <a:pPr>
              <a:defRPr sz="1800"/>
            </a:pPr>
            <a:r>
              <a:t>Gate: if top_score &lt; 0.35 -&gt; refuse in 0.0s without generator, grounded=False, confidence=low</a:t>
            </a:r>
          </a:p>
          <a:p>
            <a:pPr>
              <a:defRPr sz="1800"/>
            </a:pPr>
            <a:r>
              <a:t>Result: correct_refusal_rate 1.00 (3/3 OOD)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- Stage 17 Real Numbers, n=9, No Fabrication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Test set: 6 in-domain, 3 OOD (evaluate.py)</a:t>
            </a:r>
          </a:p>
          <a:p>
            <a:pPr>
              <a:defRPr sz="1800"/>
            </a:pPr>
            <a:r>
              <a:t>In-domain: avg_score 0.735 grounded_rate 1.00 avg_latency 3.8s (first load 14.1s)</a:t>
            </a:r>
          </a:p>
          <a:p>
            <a:pPr>
              <a:defRPr sz="1800"/>
            </a:pPr>
            <a:r>
              <a:t>OOD: avg_score 0.108 correct_refusal 1.00</a:t>
            </a:r>
          </a:p>
          <a:p>
            <a:pPr>
              <a:defRPr sz="1800"/>
            </a:pPr>
            <a:r>
              <a:t>Overall accuracy (grounded matches expected): 1.00</a:t>
            </a:r>
          </a:p>
          <a:p>
            <a:pPr>
              <a:defRPr sz="1800"/>
            </a:pPr>
            <a:r>
              <a:t>Saved: data/processed/eval_results.jsonl</a:t>
            </a:r>
          </a:p>
          <a:p>
            <a:pPr>
              <a:defRPr sz="1800"/>
            </a:pPr>
            <a:r>
              <a:t>Limitation: n=9 small, needs 30-50 for final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Comparison - Stage 18 TF-IDF vs Dense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TF-IDF baseline: Q -&gt; TF-IDF cosine -&gt; stored chunk verbatim (NOT generative)</a:t>
            </a:r>
          </a:p>
          <a:p>
            <a:pPr>
              <a:defRPr sz="1800"/>
            </a:pPr>
            <a:r>
              <a:t>Tokenization: TF-IDF 0.203 vs dense 0.803</a:t>
            </a:r>
          </a:p>
          <a:p>
            <a:pPr>
              <a:defRPr sz="1800"/>
            </a:pPr>
            <a:r>
              <a:t>RAG: TF-IDF 0.405 vs dense 0.678</a:t>
            </a:r>
          </a:p>
          <a:p>
            <a:pPr>
              <a:defRPr sz="1800"/>
            </a:pPr>
            <a:r>
              <a:t>OOD cake: TF-IDF 0.165 returns irrelevant chunk (hallucinates), RAG 0.157 correctly refuses</a:t>
            </a:r>
          </a:p>
          <a:p>
            <a:pPr>
              <a:defRPr sz="1800"/>
            </a:pPr>
            <a:r>
              <a:t>Conclusion: dense better semantic, generative rewrites vs verbatim, threshold prevents OOD hallucination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- Flask UI Working 0.828 High Grounded True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Flask: http://localhost:5000 - UI process never imports torch/pyarrow, child python.exe does via cli_answer.py</a:t>
            </a:r>
          </a:p>
          <a:p>
            <a:pPr>
              <a:defRPr sz="1800"/>
            </a:pPr>
            <a:r>
              <a:t>Screenshot: explain tokenization -&gt; Answer: 'Tokenization is the process of breaking...' confidence high grounded True top_score 0.827 latency 16.9s</a:t>
            </a:r>
          </a:p>
          <a:p>
            <a:pPr>
              <a:defRPr sz="1800"/>
            </a:pPr>
            <a:r>
              <a:t>Sources: [0.828] 02_tokenization.txt #0, [0.580] #1, [0.531] #6 auditable with expandable text</a:t>
            </a:r>
          </a:p>
          <a:p>
            <a:pPr>
              <a:defRPr sz="1800"/>
            </a:pPr>
            <a:r>
              <a:t>OOD demo: chocolate cake -&gt; low 0.157 grounded False -&gt; 'insufficient information - no relevant context found' in 0.04s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Story - WDAC DLL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Problem: After Streamlit install, CLI broke: 'DLL load failed while importing _C: Application Control policy blocked' + pyarrow.lib blocked</a:t>
            </a:r>
          </a:p>
          <a:p>
            <a:pPr>
              <a:defRPr sz="1800"/>
            </a:pPr>
            <a:r>
              <a:t>Root cause: College WDAC blocks unsigned native DLLs (torch._C.pyd, pyarrow.lib.pyd). Streamlit pulls pyarrow as dependency.</a:t>
            </a:r>
          </a:p>
          <a:p>
            <a:pPr>
              <a:defRPr sz="1800"/>
            </a:pPr>
            <a:r>
              <a:t>Fix: uninstall pyarrow, downgrade scikit-learn 1.3.2 + numpy 1.26.4, Flask UI with subprocess bypass</a:t>
            </a:r>
          </a:p>
          <a:p>
            <a:pPr>
              <a:defRPr sz="1800"/>
            </a:pPr>
            <a:r>
              <a:t>Result: CLI restored 0.8028 JSON, Flask UI works, Streamlit needs pyarrow so not used</a:t>
            </a:r>
          </a:p>
          <a:p>
            <a:pPr>
              <a:defRPr sz="1800"/>
            </a:pPr>
            <a:r>
              <a:t>Viva point: debugging under constraints, not just building RAG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Verbatim True for definition Qs (context is definition sentence) - still generative token-by-token but could improve paraphrase with larger model</a:t>
            </a:r>
          </a:p>
          <a:p>
            <a:pPr>
              <a:defRPr sz="1800"/>
            </a:pPr>
            <a:r>
              <a:t>Latency 3.8s avg CPU, first load 14-16s - need pre-warm for demo</a:t>
            </a:r>
          </a:p>
          <a:p>
            <a:pPr>
              <a:defRPr sz="1800"/>
            </a:pPr>
            <a:r>
              <a:t>Test set n=9 small - expand to 30-50</a:t>
            </a:r>
          </a:p>
          <a:p>
            <a:pPr>
              <a:defRPr sz="1800"/>
            </a:pPr>
            <a:r>
              <a:t>Model comparison Stage 11 not fully benchmarked due to WDAC (FLAN-T5-small 80M vs base 250M)</a:t>
            </a:r>
          </a:p>
          <a:p>
            <a:pPr>
              <a:defRPr sz="1800"/>
            </a:pPr>
            <a:r>
              <a:t>Future: ONNX runtime for embeddings, Q4 quantized LLM via llama.cpp Vulkan offload for Iris Xe (unverified, needs measurement)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End-to-end RAG works offline on ordinary laptop (i7-1355U CPU-only)</a:t>
            </a:r>
          </a:p>
          <a:p>
            <a:pPr>
              <a:defRPr sz="1800"/>
            </a:pPr>
            <a:r>
              <a:t>Auditable: sources + scores + confidence + grounded flag + latency visible</a:t>
            </a:r>
          </a:p>
          <a:p>
            <a:pPr>
              <a:defRPr sz="1800"/>
            </a:pPr>
            <a:r>
              <a:t>Measured: threshold 0.35 from real gap 0.735 vs 0.108, eval accuracy 1.00 on 9 questions</a:t>
            </a:r>
          </a:p>
          <a:p>
            <a:pPr>
              <a:defRPr sz="1800"/>
            </a:pPr>
            <a:r>
              <a:t>Generative: FLAN-T5-base writes answer token-by-token, not TF-IDF verbatim copy</a:t>
            </a:r>
          </a:p>
          <a:p>
            <a:pPr>
              <a:defRPr sz="1800"/>
            </a:pPr>
            <a:r>
              <a:t>Demo: Flask http://localhost:5000 ready in &lt;2 min, OOD refusal proves no hallucination</a:t>
            </a:r>
          </a:p>
          <a:p>
            <a:pPr>
              <a:defRPr sz="1800"/>
            </a:pPr>
            <a:r>
              <a:t>Git history shows incremental work: 60-&gt;65 chunks, 384-dim, 0.779/0.454/0.157 probe, 0.803 generator, 0.828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